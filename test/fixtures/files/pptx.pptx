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" roundtripDataSignature="AMtx7mgFnxJHR73Selm1eVCQHhOQczqh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ja"/>
              <a:t>This is a pptx file.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